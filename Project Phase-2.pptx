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67" r:id="rId4"/>
    <p:sldId id="266" r:id="rId5"/>
    <p:sldId id="264" r:id="rId6"/>
    <p:sldId id="265" r:id="rId7"/>
    <p:sldId id="263" r:id="rId8"/>
    <p:sldId id="268" r:id="rId9"/>
    <p:sldId id="270" r:id="rId10"/>
    <p:sldId id="271" r:id="rId11"/>
    <p:sldId id="269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265" autoAdjust="0"/>
  </p:normalViewPr>
  <p:slideViewPr>
    <p:cSldViewPr>
      <p:cViewPr varScale="1">
        <p:scale>
          <a:sx n="86" d="100"/>
          <a:sy n="86" d="100"/>
        </p:scale>
        <p:origin x="-109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6C83C-964E-4575-84A6-C32542F05C4E}" type="datetimeFigureOut">
              <a:rPr lang="en-US" smtClean="0"/>
              <a:pPr/>
              <a:t>29-Oct-25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8DB2-543B-461D-A4F2-67B7D97000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3350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48DB2-543B-461D-A4F2-67B7D970008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7163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514-E3A5-4C1B-ABA1-6544BB5AE8FC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5C27E-5E2C-4C08-B32F-178779F1E6D1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19C1-C9D0-4185-856A-CA7FF519B50A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DBE-4C8B-468F-A9C6-599504A16CE7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FF7-472E-4EB3-B0E2-213E5E286CDD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A18EC-0E8A-414A-9A06-33105099FC4C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01F8-FAEF-4209-8E7D-472B5E93CB45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E33D3-2F38-4048-9813-EC2A50D5094B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3C7B-A048-4FCB-8293-B0FF137012A5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4A9DA-AC52-476F-BF10-B2EB225A92F2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400566C-B285-4D84-B84C-79AA083CFE5A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jsp/jsp%20quick%20guide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5400" y="4724400"/>
            <a:ext cx="3810000" cy="182880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-US" sz="2400" b="1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Under the Guidance of,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Name of the Guide,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Designation,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Department of CSE,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RYMEC</a:t>
            </a:r>
            <a:endParaRPr lang="en-US" sz="2000" dirty="0" smtClean="0">
              <a:latin typeface="Bookman Old Style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>
                <a:latin typeface="Algerian" pitchFamily="82" charset="0"/>
              </a:rPr>
              <a:t>Title of your Project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8600" y="4419600"/>
            <a:ext cx="5410200" cy="22098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en-US" sz="2000" b="1" dirty="0" smtClean="0">
                <a:latin typeface="Bookman Old Style" pitchFamily="18" charset="0"/>
                <a:cs typeface="Times New Roman" pitchFamily="18" charset="0"/>
              </a:rPr>
              <a:t>by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,</a:t>
            </a: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              :  NAME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              :  NAME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              :  NAME</a:t>
            </a:r>
          </a:p>
          <a:p>
            <a:pPr marL="51435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USN              :  NAME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endParaRPr lang="en-US" sz="1600" dirty="0" smtClean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3810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Batch Number : </a:t>
            </a:r>
            <a:endParaRPr lang="en-US" b="1" dirty="0"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52401"/>
            <a:ext cx="8229600" cy="1295400"/>
          </a:xfrm>
          <a:prstGeom prst="rect">
            <a:avLst/>
          </a:prstGeom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PROJECT TITLE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CSE-A+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456" y="148785"/>
            <a:ext cx="8549088" cy="1206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Table of Content</a:t>
            </a:r>
            <a:endParaRPr 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Literature Survey</a:t>
            </a:r>
          </a:p>
          <a:p>
            <a:r>
              <a:rPr lang="en-US" dirty="0" smtClean="0"/>
              <a:t>Area and Problem statement</a:t>
            </a:r>
          </a:p>
          <a:p>
            <a:r>
              <a:rPr lang="en-US" dirty="0" smtClean="0"/>
              <a:t>Objective of the Project</a:t>
            </a:r>
          </a:p>
          <a:p>
            <a:r>
              <a:rPr lang="en-US" dirty="0" smtClean="0"/>
              <a:t>System Design </a:t>
            </a:r>
          </a:p>
          <a:p>
            <a:r>
              <a:rPr lang="en-US" dirty="0" smtClean="0"/>
              <a:t>Implementation</a:t>
            </a:r>
          </a:p>
          <a:p>
            <a:r>
              <a:rPr lang="en-US" dirty="0" smtClean="0"/>
              <a:t>Testing</a:t>
            </a:r>
          </a:p>
          <a:p>
            <a:r>
              <a:rPr lang="en-US" dirty="0" smtClean="0"/>
              <a:t>Conclusion and Future Enhancement</a:t>
            </a:r>
          </a:p>
          <a:p>
            <a:r>
              <a:rPr lang="en-US" dirty="0" smtClean="0"/>
              <a:t>References</a:t>
            </a:r>
          </a:p>
          <a:p>
            <a:r>
              <a:rPr lang="en-US" dirty="0" smtClean="0"/>
              <a:t>Paper Publication/Presentation Details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Introduction</a:t>
            </a:r>
            <a:b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</a:b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Literature Survey</a:t>
            </a:r>
            <a:b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</a:b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381000" y="1143001"/>
          <a:ext cx="8153400" cy="4536417"/>
        </p:xfrm>
        <a:graphic>
          <a:graphicData uri="http://schemas.openxmlformats.org/drawingml/2006/table">
            <a:tbl>
              <a:tblPr firstRow="1" bandRow="1">
                <a:solidFill>
                  <a:srgbClr val="FF9966"/>
                </a:solidFill>
                <a:tableStyleId>{21E4AEA4-8DFA-4A89-87EB-49C32662AFE0}</a:tableStyleId>
              </a:tblPr>
              <a:tblGrid>
                <a:gridCol w="1387811"/>
                <a:gridCol w="1812589"/>
                <a:gridCol w="1600200"/>
                <a:gridCol w="1371600"/>
                <a:gridCol w="1981200"/>
              </a:tblGrid>
              <a:tr h="5072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Year/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Author Name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entury Schoolbook" pitchFamily="18" charset="0"/>
                        </a:rPr>
                        <a:t>Title of the work</a:t>
                      </a:r>
                      <a:endParaRPr lang="en-US" sz="1600" dirty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Methodology </a:t>
                      </a:r>
                      <a:r>
                        <a:rPr lang="en-US" sz="1600" dirty="0">
                          <a:latin typeface="Century Schoolbook" pitchFamily="18" charset="0"/>
                        </a:rPr>
                        <a:t>Used</a:t>
                      </a:r>
                      <a:endParaRPr lang="en-US" sz="1600" dirty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latin typeface="Century Schoolbook" pitchFamily="18" charset="0"/>
                        </a:rPr>
                        <a:t>Accomplished  work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Century Schoolbook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latin typeface="Century Schoolbook" pitchFamily="18" charset="0"/>
                        </a:rPr>
                        <a:t>Limitation /</a:t>
                      </a:r>
                    </a:p>
                    <a:p>
                      <a:pPr algn="ctr"/>
                      <a:r>
                        <a:rPr lang="en-US" sz="1600" kern="1200" dirty="0" smtClean="0">
                          <a:latin typeface="Century Schoolbook" pitchFamily="18" charset="0"/>
                        </a:rPr>
                        <a:t>Future work</a:t>
                      </a:r>
                      <a:endParaRPr lang="en-US" sz="1600" dirty="0">
                        <a:latin typeface="Century Schoolbook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</a:tr>
              <a:tr h="78817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98849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98849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98849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Area and Problem Statement</a:t>
            </a:r>
            <a:endParaRPr lang="en-I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29-Oct-25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Objective</a:t>
            </a:r>
            <a:endParaRPr lang="en-I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Tools used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153400" cy="45720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1900" b="1" dirty="0" smtClean="0">
                <a:solidFill>
                  <a:srgbClr val="FF0000"/>
                </a:solidFill>
              </a:rPr>
              <a:t>   </a:t>
            </a:r>
            <a:r>
              <a:rPr lang="en-US" b="1" dirty="0" smtClean="0">
                <a:solidFill>
                  <a:srgbClr val="FF0000"/>
                </a:solidFill>
                <a:latin typeface="Century Schoolbook" pitchFamily="18" charset="0"/>
              </a:rPr>
              <a:t>SOFTWARE &amp; HARDWARE  REQUIREMENTS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800" dirty="0" smtClean="0"/>
              <a:t>Operating  system  :</a:t>
            </a:r>
          </a:p>
          <a:p>
            <a:pPr>
              <a:buNone/>
            </a:pPr>
            <a:r>
              <a:rPr lang="en-US" sz="2800" dirty="0" smtClean="0"/>
              <a:t>Technology             : </a:t>
            </a:r>
          </a:p>
          <a:p>
            <a:pPr>
              <a:buNone/>
            </a:pPr>
            <a:r>
              <a:rPr lang="en-US" sz="2800" dirty="0" smtClean="0"/>
              <a:t>Web technologies   :</a:t>
            </a:r>
          </a:p>
          <a:p>
            <a:pPr>
              <a:buNone/>
            </a:pPr>
            <a:r>
              <a:rPr lang="en-US" sz="2800" dirty="0" smtClean="0"/>
              <a:t>Web server              :</a:t>
            </a:r>
          </a:p>
          <a:p>
            <a:pPr>
              <a:buNone/>
            </a:pPr>
            <a:r>
              <a:rPr lang="en-US" sz="2800" dirty="0" smtClean="0"/>
              <a:t>Database                  :</a:t>
            </a:r>
          </a:p>
          <a:p>
            <a:pPr>
              <a:buNone/>
            </a:pPr>
            <a:r>
              <a:rPr lang="en-US" sz="2800" dirty="0" smtClean="0"/>
              <a:t>Java   Version           :</a:t>
            </a:r>
          </a:p>
          <a:p>
            <a:pPr>
              <a:buNone/>
            </a:pPr>
            <a:r>
              <a:rPr lang="en-US" sz="2800" b="1" i="1" dirty="0" smtClean="0"/>
              <a:t>Note: Mention if any other </a:t>
            </a:r>
            <a:r>
              <a:rPr lang="en-US" sz="2800" b="1" i="1" dirty="0" err="1" smtClean="0"/>
              <a:t>softwares</a:t>
            </a:r>
            <a:r>
              <a:rPr lang="en-US" sz="2800" b="1" i="1" dirty="0" smtClean="0"/>
              <a:t> &amp; </a:t>
            </a:r>
            <a:r>
              <a:rPr lang="en-US" sz="2800" b="1" i="1" dirty="0" err="1" smtClean="0"/>
              <a:t>hardwares</a:t>
            </a:r>
            <a:r>
              <a:rPr lang="en-US" sz="2800" b="1" i="1" dirty="0" smtClean="0"/>
              <a:t> required.</a:t>
            </a:r>
            <a:endParaRPr lang="en-US" b="1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System Design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29-Oct-25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Implementation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29-Oct-25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Testing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29-Oct-25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 Conclusion and Future Enhancement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153400" cy="4572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554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References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5720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[1]  Robert  W Sebesta “Programming the Web” ,4</a:t>
            </a:r>
            <a:r>
              <a:rPr lang="en-US" baseline="30000" dirty="0" smtClean="0"/>
              <a:t>th</a:t>
            </a:r>
            <a:r>
              <a:rPr lang="en-US" dirty="0" smtClean="0"/>
              <a:t>  edition,Pearson education 2008.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[2]  </a:t>
            </a:r>
            <a:r>
              <a:rPr lang="en-US" dirty="0" smtClean="0">
                <a:hlinkClick r:id="rId3"/>
              </a:rPr>
              <a:t>http://www.tutorialspoint.com/jsp/jsp quick guide.htm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645</TotalTime>
  <Words>205</Words>
  <Application>Microsoft Office PowerPoint</Application>
  <PresentationFormat>On-screen Show (4:3)</PresentationFormat>
  <Paragraphs>82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Equity</vt:lpstr>
      <vt:lpstr>Title of your Project</vt:lpstr>
      <vt:lpstr>  Table of Content</vt:lpstr>
      <vt:lpstr>  Introduction </vt:lpstr>
      <vt:lpstr>  Literature Survey </vt:lpstr>
      <vt:lpstr>Area and Problem Statement</vt:lpstr>
      <vt:lpstr>Objective</vt:lpstr>
      <vt:lpstr>    Tools used</vt:lpstr>
      <vt:lpstr>System Design </vt:lpstr>
      <vt:lpstr>Implementation </vt:lpstr>
      <vt:lpstr>Testing</vt:lpstr>
      <vt:lpstr>     Conclusion and Future Enhancement</vt:lpstr>
      <vt:lpstr>          References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Roshan</dc:creator>
  <cp:lastModifiedBy>PPT-RESEARCH</cp:lastModifiedBy>
  <cp:revision>79</cp:revision>
  <dcterms:created xsi:type="dcterms:W3CDTF">2006-08-16T00:00:00Z</dcterms:created>
  <dcterms:modified xsi:type="dcterms:W3CDTF">2025-10-29T10:13:55Z</dcterms:modified>
</cp:coreProperties>
</file>