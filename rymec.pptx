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15"/>
  </p:notesMasterIdLst>
  <p:sldIdLst>
    <p:sldId id="256" r:id="rId2"/>
    <p:sldId id="257" r:id="rId3"/>
    <p:sldId id="267" r:id="rId4"/>
    <p:sldId id="272" r:id="rId5"/>
    <p:sldId id="266" r:id="rId6"/>
    <p:sldId id="264" r:id="rId7"/>
    <p:sldId id="265" r:id="rId8"/>
    <p:sldId id="263" r:id="rId9"/>
    <p:sldId id="268" r:id="rId10"/>
    <p:sldId id="270" r:id="rId11"/>
    <p:sldId id="271" r:id="rId12"/>
    <p:sldId id="269" r:id="rId13"/>
    <p:sldId id="262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55" autoAdjust="0"/>
    <p:restoredTop sz="94265" autoAdjust="0"/>
  </p:normalViewPr>
  <p:slideViewPr>
    <p:cSldViewPr>
      <p:cViewPr varScale="1">
        <p:scale>
          <a:sx n="75" d="100"/>
          <a:sy n="75" d="100"/>
        </p:scale>
        <p:origin x="944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C6C83C-964E-4575-84A6-C32542F05C4E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F48DB2-543B-461D-A4F2-67B7D970008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502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F48DB2-543B-461D-A4F2-67B7D9700080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6393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23514-E3A5-4C1B-ABA1-6544BB5AE8FC}" type="datetime1">
              <a:rPr lang="en-US" smtClean="0"/>
              <a:pPr/>
              <a:t>9/21/2026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Dept.of CSE, RYMEC</a:t>
            </a:r>
            <a:endParaRPr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D8031-FCBC-4226-AF28-745F2BC26598}" type="datetime1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Dept.of CSE, RYMEC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5C27E-5E2C-4C08-B32F-178779F1E6D1}" type="datetime1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r>
              <a:rPr lang="en-US" dirty="0" smtClean="0"/>
              <a:t>Dept.of CSE, RYMEC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019C1-C9D0-4185-856A-CA7FF519B50A}" type="datetime1">
              <a:rPr lang="en-US" smtClean="0"/>
              <a:pPr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Dept.of CSE, RYMEC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7FDBE-4C8B-468F-A9C6-599504A16CE7}" type="datetime1">
              <a:rPr lang="en-US" smtClean="0"/>
              <a:pPr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Dept.of CSE, RYMEC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BCFF7-472E-4EB3-B0E2-213E5E286CDD}" type="datetime1">
              <a:rPr lang="en-US" smtClean="0"/>
              <a:pPr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Dept.of CSE, RYMEC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A18EC-0E8A-414A-9A06-33105099FC4C}" type="datetime1">
              <a:rPr lang="en-US" smtClean="0"/>
              <a:pPr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Dept.of CSE, RYMEC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A01F8-FAEF-4209-8E7D-472B5E93CB45}" type="datetime1">
              <a:rPr lang="en-US" smtClean="0"/>
              <a:pPr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Dept.of CSE, RYMEC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E33D3-2F38-4048-9813-EC2A50D5094B}" type="datetime1">
              <a:rPr lang="en-US" smtClean="0"/>
              <a:pPr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r>
              <a:rPr lang="en-US" dirty="0" smtClean="0"/>
              <a:t>Dept.of CSE, RYMEC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53C7B-A048-4FCB-8293-B0FF137012A5}" type="datetime1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Dept.of CSE, RYMEC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4A9DA-AC52-476F-BF10-B2EB225A92F2}" type="datetime1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Dept.of CSE, RYMEC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5400566C-B285-4D84-B84C-79AA083CFE5A}" type="datetime1">
              <a:rPr lang="en-US" smtClean="0"/>
              <a:pPr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Dept.of CSE, RYMEC</a:t>
            </a:r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utorialspoint.com/jsp/jsp%20quick%20guide.ht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5400" y="4724400"/>
            <a:ext cx="3810000" cy="1828800"/>
          </a:xfrm>
        </p:spPr>
        <p:txBody>
          <a:bodyPr>
            <a:normAutofit fontScale="92500" lnSpcReduction="10000"/>
          </a:bodyPr>
          <a:lstStyle/>
          <a:p>
            <a:pPr lvl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2000"/>
            </a:pPr>
            <a:r>
              <a:rPr lang="en-US" sz="2400" b="1" dirty="0" smtClean="0">
                <a:solidFill>
                  <a:schemeClr val="dk1"/>
                </a:solidFill>
                <a:latin typeface="Bookman Old Style" pitchFamily="18" charset="0"/>
                <a:ea typeface="Times New Roman"/>
                <a:cs typeface="Times New Roman"/>
                <a:sym typeface="Times New Roman"/>
              </a:rPr>
              <a:t>Under the Guidance of</a:t>
            </a:r>
            <a:r>
              <a:rPr lang="en-US" sz="2400" b="1" dirty="0" smtClean="0">
                <a:solidFill>
                  <a:schemeClr val="dk1"/>
                </a:solidFill>
                <a:latin typeface="Bookman Old Style" pitchFamily="18" charset="0"/>
                <a:ea typeface="Times New Roman"/>
                <a:cs typeface="Times New Roman"/>
                <a:sym typeface="Times New Roman"/>
              </a:rPr>
              <a:t>,</a:t>
            </a:r>
            <a:endParaRPr lang="en-US" sz="2000" dirty="0" smtClean="0">
              <a:latin typeface="Bookman Old Style" pitchFamily="18" charset="0"/>
            </a:endParaRPr>
          </a:p>
          <a:p>
            <a:pPr lvl="0"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ts val="1800"/>
            </a:pPr>
            <a:r>
              <a:rPr lang="en-US" sz="2000" dirty="0" smtClean="0">
                <a:solidFill>
                  <a:schemeClr val="dk1"/>
                </a:solidFill>
                <a:latin typeface="Bookman Old Style" pitchFamily="18" charset="0"/>
                <a:ea typeface="Times New Roman"/>
                <a:cs typeface="Times New Roman"/>
                <a:sym typeface="Times New Roman"/>
              </a:rPr>
              <a:t>R.P.RAJESWARI</a:t>
            </a:r>
            <a:r>
              <a:rPr lang="en-US" sz="2000" dirty="0" smtClean="0">
                <a:solidFill>
                  <a:schemeClr val="dk1"/>
                </a:solidFill>
                <a:latin typeface="Bookman Old Style" pitchFamily="18" charset="0"/>
                <a:ea typeface="Times New Roman"/>
                <a:cs typeface="Times New Roman"/>
                <a:sym typeface="Times New Roman"/>
              </a:rPr>
              <a:t>,</a:t>
            </a:r>
            <a:endParaRPr lang="en-US" sz="2000" dirty="0" smtClean="0">
              <a:latin typeface="Bookman Old Style" pitchFamily="18" charset="0"/>
            </a:endParaRPr>
          </a:p>
          <a:p>
            <a:pPr lvl="0"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ts val="1800"/>
            </a:pPr>
            <a:r>
              <a:rPr lang="en-US" sz="2000" dirty="0" smtClean="0">
                <a:solidFill>
                  <a:schemeClr val="dk1"/>
                </a:solidFill>
                <a:latin typeface="Bookman Old Style" pitchFamily="18" charset="0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1900" dirty="0" smtClean="0">
                <a:solidFill>
                  <a:schemeClr val="dk1"/>
                </a:solidFill>
                <a:latin typeface="Bookman Old Style" pitchFamily="18" charset="0"/>
                <a:ea typeface="Times New Roman"/>
                <a:cs typeface="Times New Roman"/>
                <a:sym typeface="Times New Roman"/>
              </a:rPr>
              <a:t>ssistant</a:t>
            </a:r>
            <a:r>
              <a:rPr lang="en-US" sz="2000" dirty="0" smtClean="0">
                <a:solidFill>
                  <a:schemeClr val="dk1"/>
                </a:solidFill>
                <a:latin typeface="Bookman Old Style" pitchFamily="18" charset="0"/>
                <a:ea typeface="Times New Roman"/>
                <a:cs typeface="Times New Roman"/>
                <a:sym typeface="Times New Roman"/>
              </a:rPr>
              <a:t> Professor</a:t>
            </a:r>
            <a:r>
              <a:rPr lang="en-US" sz="2000" dirty="0" smtClean="0">
                <a:solidFill>
                  <a:schemeClr val="dk1"/>
                </a:solidFill>
                <a:latin typeface="Bookman Old Style" pitchFamily="18" charset="0"/>
                <a:ea typeface="Times New Roman"/>
                <a:cs typeface="Times New Roman"/>
                <a:sym typeface="Times New Roman"/>
              </a:rPr>
              <a:t>,</a:t>
            </a:r>
            <a:endParaRPr lang="en-US" sz="2000" dirty="0" smtClean="0">
              <a:latin typeface="Bookman Old Style" pitchFamily="18" charset="0"/>
            </a:endParaRPr>
          </a:p>
          <a:p>
            <a:pPr lvl="0"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ts val="1800"/>
            </a:pPr>
            <a:r>
              <a:rPr lang="en-US" sz="2000" dirty="0" smtClean="0">
                <a:solidFill>
                  <a:schemeClr val="dk1"/>
                </a:solidFill>
                <a:latin typeface="Bookman Old Style" pitchFamily="18" charset="0"/>
                <a:ea typeface="Times New Roman"/>
                <a:cs typeface="Times New Roman"/>
                <a:sym typeface="Times New Roman"/>
              </a:rPr>
              <a:t>Department of CSE,</a:t>
            </a:r>
            <a:endParaRPr lang="en-US" sz="2000" dirty="0" smtClean="0">
              <a:latin typeface="Bookman Old Style" pitchFamily="18" charset="0"/>
            </a:endParaRPr>
          </a:p>
          <a:p>
            <a:pPr lvl="0"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ts val="1800"/>
            </a:pPr>
            <a:r>
              <a:rPr lang="en-US" sz="2000" dirty="0" smtClean="0">
                <a:solidFill>
                  <a:schemeClr val="dk1"/>
                </a:solidFill>
                <a:latin typeface="Bookman Old Style" pitchFamily="18" charset="0"/>
                <a:ea typeface="Times New Roman"/>
                <a:cs typeface="Times New Roman"/>
                <a:sym typeface="Times New Roman"/>
              </a:rPr>
              <a:t>RYMEC</a:t>
            </a:r>
            <a:endParaRPr lang="en-US" sz="2000" dirty="0" smtClean="0">
              <a:latin typeface="Bookman Old Style" pitchFamily="18" charset="0"/>
            </a:endParaRPr>
          </a:p>
          <a:p>
            <a:endParaRPr lang="en-US" sz="2000" dirty="0" smtClean="0">
              <a:solidFill>
                <a:schemeClr val="tx1"/>
              </a:solidFill>
              <a:latin typeface="Bookman Old Style" pitchFamily="18" charset="0"/>
              <a:cs typeface="Times New Roman" pitchFamily="18" charset="0"/>
            </a:endParaRPr>
          </a:p>
          <a:p>
            <a:endParaRPr lang="en-US" dirty="0">
              <a:latin typeface="Bookman Old Style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>
                <a:latin typeface="Algerian" pitchFamily="82" charset="0"/>
              </a:rPr>
              <a:t>AUTOMATIC VIDEO SUMMARIZATION USING AI</a:t>
            </a:r>
            <a:endParaRPr lang="en-US" dirty="0">
              <a:latin typeface="Algerian" pitchFamily="82" charset="0"/>
            </a:endParaRP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28600" y="4419600"/>
            <a:ext cx="5410200" cy="2209800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None/>
              <a:tabLst/>
              <a:defRPr/>
            </a:pPr>
            <a:r>
              <a:rPr lang="en-US" sz="2000" b="1" dirty="0" smtClean="0">
                <a:latin typeface="Bookman Old Style" pitchFamily="18" charset="0"/>
                <a:cs typeface="Times New Roman" pitchFamily="18" charset="0"/>
              </a:rPr>
              <a:t>by</a:t>
            </a:r>
            <a:r>
              <a:rPr kumimoji="0" lang="en-US" sz="20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Bookman Old Style" pitchFamily="18" charset="0"/>
                <a:cs typeface="Times New Roman" pitchFamily="18" charset="0"/>
              </a:rPr>
              <a:t>,</a:t>
            </a:r>
          </a:p>
          <a:p>
            <a:pPr marL="514350" lvl="0" indent="-514350" algn="just">
              <a:spcBef>
                <a:spcPts val="580"/>
              </a:spcBef>
              <a:buClr>
                <a:schemeClr val="accent1"/>
              </a:buClr>
              <a:buSzPts val="1530"/>
              <a:buFont typeface="+mj-lt"/>
              <a:buAutoNum type="arabicPeriod"/>
            </a:pPr>
            <a:r>
              <a:rPr lang="en-US" sz="1600" dirty="0" smtClean="0">
                <a:solidFill>
                  <a:schemeClr val="dk1"/>
                </a:solidFill>
                <a:latin typeface="Bookman Old Style" pitchFamily="18" charset="0"/>
                <a:ea typeface="Times New Roman"/>
                <a:cs typeface="Times New Roman"/>
                <a:sym typeface="Times New Roman"/>
              </a:rPr>
              <a:t>USN:3VC23CS015  NAME:B.NEVADITHA</a:t>
            </a:r>
            <a:endParaRPr lang="en-US" sz="1600" dirty="0" smtClean="0">
              <a:latin typeface="Bookman Old Style" pitchFamily="18" charset="0"/>
            </a:endParaRPr>
          </a:p>
          <a:p>
            <a:pPr marL="514350" lvl="0" indent="-514350" algn="just">
              <a:spcBef>
                <a:spcPts val="580"/>
              </a:spcBef>
              <a:buClr>
                <a:schemeClr val="accent1"/>
              </a:buClr>
              <a:buSzPts val="1530"/>
              <a:buFont typeface="+mj-lt"/>
              <a:buAutoNum type="arabicPeriod"/>
            </a:pPr>
            <a:r>
              <a:rPr lang="en-US" sz="1600" dirty="0" smtClean="0">
                <a:solidFill>
                  <a:schemeClr val="dk1"/>
                </a:solidFill>
                <a:latin typeface="Bookman Old Style" pitchFamily="18" charset="0"/>
                <a:ea typeface="Times New Roman"/>
                <a:cs typeface="Times New Roman"/>
                <a:sym typeface="Times New Roman"/>
              </a:rPr>
              <a:t>USN:3VC23CS025  NAME:CHANDANA.U.K</a:t>
            </a:r>
            <a:endParaRPr lang="en-US" sz="1600" dirty="0" smtClean="0">
              <a:latin typeface="Bookman Old Style" pitchFamily="18" charset="0"/>
            </a:endParaRPr>
          </a:p>
          <a:p>
            <a:pPr marL="514350" lvl="0" indent="-514350" algn="just">
              <a:spcBef>
                <a:spcPts val="580"/>
              </a:spcBef>
              <a:buClr>
                <a:schemeClr val="accent1"/>
              </a:buClr>
              <a:buSzPts val="1530"/>
              <a:buFont typeface="+mj-lt"/>
              <a:buAutoNum type="arabicPeriod"/>
            </a:pPr>
            <a:r>
              <a:rPr lang="en-US" sz="1600" dirty="0" smtClean="0">
                <a:solidFill>
                  <a:schemeClr val="dk1"/>
                </a:solidFill>
                <a:latin typeface="Bookman Old Style" pitchFamily="18" charset="0"/>
                <a:ea typeface="Times New Roman"/>
                <a:cs typeface="Times New Roman"/>
                <a:sym typeface="Times New Roman"/>
              </a:rPr>
              <a:t>USN:3VC23CS019  NAME:BHAGYASHREE</a:t>
            </a:r>
            <a:endParaRPr lang="en-US" sz="1600" dirty="0" smtClean="0">
              <a:solidFill>
                <a:schemeClr val="dk1"/>
              </a:solidFill>
              <a:latin typeface="Bookman Old Style" pitchFamily="18" charset="0"/>
              <a:ea typeface="Times New Roman"/>
              <a:cs typeface="Times New Roman"/>
              <a:sym typeface="Times New Roman"/>
            </a:endParaRPr>
          </a:p>
          <a:p>
            <a:pPr marL="514350" indent="-514350" algn="just">
              <a:spcBef>
                <a:spcPts val="580"/>
              </a:spcBef>
              <a:buClr>
                <a:schemeClr val="accent1"/>
              </a:buClr>
              <a:buSzPts val="1530"/>
              <a:buFont typeface="+mj-lt"/>
              <a:buAutoNum type="arabicPeriod"/>
            </a:pPr>
            <a:r>
              <a:rPr lang="en-US" sz="1600" dirty="0" smtClean="0">
                <a:solidFill>
                  <a:schemeClr val="dk1"/>
                </a:solidFill>
                <a:latin typeface="Bookman Old Style" pitchFamily="18" charset="0"/>
                <a:ea typeface="Times New Roman"/>
                <a:cs typeface="Times New Roman"/>
                <a:sym typeface="Times New Roman"/>
              </a:rPr>
              <a:t>USN:3VC23CS041  NAME:GAUTHAMI.B.R</a:t>
            </a:r>
            <a:endParaRPr lang="en-US" sz="1600" dirty="0" smtClean="0">
              <a:latin typeface="Bookman Old Style" pitchFamily="18" charset="0"/>
            </a:endParaRPr>
          </a:p>
          <a:p>
            <a:pPr marL="514350" lvl="0" indent="-514350" algn="just">
              <a:spcBef>
                <a:spcPts val="580"/>
              </a:spcBef>
              <a:buClr>
                <a:schemeClr val="accent1"/>
              </a:buClr>
              <a:buSzPts val="1530"/>
              <a:buFont typeface="+mj-lt"/>
              <a:buAutoNum type="arabicPeriod"/>
            </a:pPr>
            <a:endParaRPr lang="en-US" sz="1600" dirty="0" smtClean="0">
              <a:latin typeface="Bookman Old Style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2400" y="3810000"/>
            <a:ext cx="243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Bookman Old Style" pitchFamily="18" charset="0"/>
                <a:cs typeface="Times New Roman" pitchFamily="18" charset="0"/>
              </a:rPr>
              <a:t>Batch Number </a:t>
            </a:r>
            <a:r>
              <a:rPr lang="en-US" b="1" dirty="0" smtClean="0">
                <a:latin typeface="Bookman Old Style" pitchFamily="18" charset="0"/>
                <a:cs typeface="Times New Roman" pitchFamily="18" charset="0"/>
              </a:rPr>
              <a:t>:A5 </a:t>
            </a:r>
            <a:endParaRPr lang="en-US" b="1" dirty="0">
              <a:latin typeface="Bookman Old Style" pitchFamily="18" charset="0"/>
              <a:cs typeface="Times New Roman" pitchFamily="18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457200" y="152401"/>
            <a:ext cx="8229600" cy="1295400"/>
          </a:xfrm>
          <a:prstGeom prst="rect">
            <a:avLst/>
          </a:prstGeom>
        </p:spPr>
        <p:txBody>
          <a:bodyPr bIns="91440" anchor="ctr" anchorCtr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sng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PROJECT TITLE 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8" name="Picture 7" descr="CSE-A+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97456" y="148785"/>
            <a:ext cx="8549088" cy="12062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8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-152400"/>
            <a:ext cx="77724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>
                <a:solidFill>
                  <a:srgbClr val="C00000"/>
                </a:solidFill>
                <a:latin typeface="Bookman Old Style" pitchFamily="18" charset="0"/>
                <a:cs typeface="Times New Roman" pitchFamily="18" charset="0"/>
              </a:rPr>
              <a:t/>
            </a:r>
            <a:br>
              <a:rPr lang="en-US" dirty="0" smtClean="0">
                <a:solidFill>
                  <a:srgbClr val="C00000"/>
                </a:solidFill>
                <a:latin typeface="Bookman Old Style" pitchFamily="18" charset="0"/>
                <a:cs typeface="Times New Roman" pitchFamily="18" charset="0"/>
              </a:rPr>
            </a:br>
            <a:r>
              <a:rPr lang="en-US" dirty="0" smtClean="0">
                <a:solidFill>
                  <a:srgbClr val="C00000"/>
                </a:solidFill>
                <a:latin typeface="Bookman Old Style" pitchFamily="18" charset="0"/>
                <a:cs typeface="Times New Roman" pitchFamily="18" charset="0"/>
              </a:rPr>
              <a:t/>
            </a:r>
            <a:br>
              <a:rPr lang="en-US" dirty="0" smtClean="0">
                <a:solidFill>
                  <a:srgbClr val="C00000"/>
                </a:solidFill>
                <a:latin typeface="Bookman Old Style" pitchFamily="18" charset="0"/>
                <a:cs typeface="Times New Roman" pitchFamily="18" charset="0"/>
              </a:rPr>
            </a:br>
            <a:r>
              <a:rPr lang="en-US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  <a:cs typeface="Times New Roman" pitchFamily="18" charset="0"/>
              </a:rPr>
              <a:t>Table of Content</a:t>
            </a:r>
            <a:endParaRPr lang="en-US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Dept.of CSE, RYMEC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Introduction</a:t>
            </a:r>
          </a:p>
          <a:p>
            <a:r>
              <a:rPr lang="en-US" dirty="0" smtClean="0"/>
              <a:t>Literature Survey</a:t>
            </a:r>
          </a:p>
          <a:p>
            <a:r>
              <a:rPr lang="en-US" dirty="0" smtClean="0"/>
              <a:t>Area and Problem statement</a:t>
            </a:r>
          </a:p>
          <a:p>
            <a:r>
              <a:rPr lang="en-US" dirty="0" smtClean="0"/>
              <a:t>Objective of the Project</a:t>
            </a:r>
          </a:p>
          <a:p>
            <a:r>
              <a:rPr lang="en-US" dirty="0" smtClean="0"/>
              <a:t>System Design </a:t>
            </a:r>
          </a:p>
          <a:p>
            <a:r>
              <a:rPr lang="en-US" dirty="0" smtClean="0"/>
              <a:t>Implementation</a:t>
            </a:r>
          </a:p>
          <a:p>
            <a:r>
              <a:rPr lang="en-US" dirty="0" smtClean="0"/>
              <a:t>Testing</a:t>
            </a:r>
          </a:p>
          <a:p>
            <a:r>
              <a:rPr lang="en-US" dirty="0" smtClean="0"/>
              <a:t>Conclusion and Future Enhancement</a:t>
            </a:r>
          </a:p>
          <a:p>
            <a:r>
              <a:rPr lang="en-US" dirty="0" smtClean="0"/>
              <a:t>References</a:t>
            </a:r>
          </a:p>
          <a:p>
            <a:r>
              <a:rPr lang="en-US" dirty="0" smtClean="0"/>
              <a:t>Paper Publication/Presentation Details</a:t>
            </a:r>
            <a:br>
              <a:rPr lang="en-US" dirty="0" smtClean="0"/>
            </a:b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8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 smtClean="0">
                <a:solidFill>
                  <a:srgbClr val="C00000"/>
                </a:solidFill>
                <a:latin typeface="Bookman Old Style" pitchFamily="18" charset="0"/>
                <a:cs typeface="Times New Roman" pitchFamily="18" charset="0"/>
              </a:rPr>
              <a:t/>
            </a:r>
            <a:br>
              <a:rPr lang="en-US" dirty="0" smtClean="0">
                <a:solidFill>
                  <a:srgbClr val="C00000"/>
                </a:solidFill>
                <a:latin typeface="Bookman Old Style" pitchFamily="18" charset="0"/>
                <a:cs typeface="Times New Roman" pitchFamily="18" charset="0"/>
              </a:rPr>
            </a:br>
            <a:r>
              <a:rPr lang="en-US" dirty="0" smtClean="0">
                <a:solidFill>
                  <a:srgbClr val="C00000"/>
                </a:solidFill>
                <a:latin typeface="Bookman Old Style" pitchFamily="18" charset="0"/>
                <a:cs typeface="Times New Roman" pitchFamily="18" charset="0"/>
              </a:rPr>
              <a:t/>
            </a:r>
            <a:br>
              <a:rPr lang="en-US" dirty="0" smtClean="0">
                <a:solidFill>
                  <a:srgbClr val="C00000"/>
                </a:solidFill>
                <a:latin typeface="Bookman Old Style" pitchFamily="18" charset="0"/>
                <a:cs typeface="Times New Roman" pitchFamily="18" charset="0"/>
              </a:rPr>
            </a:br>
            <a:r>
              <a:rPr lang="en-US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  <a:cs typeface="Times New Roman" pitchFamily="18" charset="0"/>
              </a:rPr>
              <a:t>Introduction</a:t>
            </a:r>
            <a:br>
              <a:rPr lang="en-US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  <a:cs typeface="Times New Roman" pitchFamily="18" charset="0"/>
              </a:rPr>
            </a:br>
            <a:endParaRPr lang="en-US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Dept.of CSE, RYMEC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"/>
          </p:nvPr>
        </p:nvSpPr>
        <p:spPr>
          <a:xfrm>
            <a:off x="914400" y="762000"/>
            <a:ext cx="7772400" cy="5257800"/>
          </a:xfrm>
        </p:spPr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This </a:t>
            </a:r>
            <a:r>
              <a:rPr lang="en-US" dirty="0"/>
              <a:t>project helps you eliminate the fear of missing </a:t>
            </a:r>
            <a:r>
              <a:rPr lang="en-US" dirty="0" err="1"/>
              <a:t>out.“Even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when you miss it, AI ensures you don’t miss what matters.”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066800"/>
            <a:ext cx="7924799" cy="4038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-228600"/>
            <a:ext cx="7772400" cy="152400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D8031-FCBC-4226-AF28-745F2BC26598}" type="datetime1">
              <a:rPr lang="en-US" smtClean="0"/>
              <a:pPr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Dept.of CSE, RYMEC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>
          <a:xfrm>
            <a:off x="914400" y="457200"/>
            <a:ext cx="7772400" cy="58674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 </a:t>
            </a:r>
            <a:r>
              <a:rPr lang="en-US" dirty="0"/>
              <a:t>With the rapid growth of digital media and online platforms, the </a:t>
            </a:r>
          </a:p>
          <a:p>
            <a:pPr marL="0" indent="0">
              <a:buNone/>
            </a:pPr>
            <a:r>
              <a:rPr lang="en-US" dirty="0"/>
              <a:t>amount of video content being generated every day has increased </a:t>
            </a:r>
          </a:p>
          <a:p>
            <a:pPr marL="0" indent="0">
              <a:buNone/>
            </a:pPr>
            <a:r>
              <a:rPr lang="en-US" dirty="0"/>
              <a:t>enormously. </a:t>
            </a:r>
          </a:p>
          <a:p>
            <a:r>
              <a:rPr lang="en-US" dirty="0" smtClean="0"/>
              <a:t>Platforms </a:t>
            </a:r>
            <a:r>
              <a:rPr lang="en-US" dirty="0"/>
              <a:t>like YouTube, Instagram, and Netflix host millions of </a:t>
            </a:r>
          </a:p>
          <a:p>
            <a:pPr marL="0" indent="0">
              <a:buNone/>
            </a:pPr>
            <a:r>
              <a:rPr lang="en-US" dirty="0"/>
              <a:t>videos, making it difficult for users to watch and analyze complete </a:t>
            </a:r>
          </a:p>
          <a:p>
            <a:pPr marL="0" indent="0">
              <a:buNone/>
            </a:pPr>
            <a:r>
              <a:rPr lang="en-US" dirty="0"/>
              <a:t>content efficiently. </a:t>
            </a:r>
          </a:p>
          <a:p>
            <a:r>
              <a:rPr lang="en-US" dirty="0" smtClean="0"/>
              <a:t> </a:t>
            </a:r>
            <a:r>
              <a:rPr lang="en-US" dirty="0"/>
              <a:t>This creates a need for techniques that can extract important </a:t>
            </a:r>
          </a:p>
          <a:p>
            <a:pPr marL="0" indent="0">
              <a:buNone/>
            </a:pPr>
            <a:r>
              <a:rPr lang="en-US" dirty="0"/>
              <a:t>information from videos in a shorter form.</a:t>
            </a:r>
          </a:p>
          <a:p>
            <a:r>
              <a:rPr lang="en-US" dirty="0" smtClean="0"/>
              <a:t> </a:t>
            </a:r>
            <a:r>
              <a:rPr lang="en-US" dirty="0"/>
              <a:t>Automatic Video Summarization is a process that uses techniques </a:t>
            </a:r>
          </a:p>
          <a:p>
            <a:pPr marL="0" indent="0">
              <a:buNone/>
            </a:pPr>
            <a:r>
              <a:rPr lang="en-US" dirty="0"/>
              <a:t>from Artificial Intelligence and Machine Learning to generate a </a:t>
            </a:r>
          </a:p>
          <a:p>
            <a:pPr marL="0" indent="0">
              <a:buNone/>
            </a:pPr>
            <a:r>
              <a:rPr lang="en-US" dirty="0"/>
              <a:t>concise and meaningful summary of a video while preserving its </a:t>
            </a:r>
          </a:p>
          <a:p>
            <a:pPr marL="0" indent="0">
              <a:buNone/>
            </a:pPr>
            <a:r>
              <a:rPr lang="en-US" dirty="0"/>
              <a:t>key content and context.</a:t>
            </a:r>
          </a:p>
          <a:p>
            <a:r>
              <a:rPr lang="en-US" dirty="0" smtClean="0"/>
              <a:t>Instead </a:t>
            </a:r>
            <a:r>
              <a:rPr lang="en-US" dirty="0"/>
              <a:t>of watching long videos, users can quickly understand the </a:t>
            </a:r>
          </a:p>
          <a:p>
            <a:pPr marL="0" indent="0">
              <a:buNone/>
            </a:pPr>
            <a:r>
              <a:rPr lang="en-US" dirty="0"/>
              <a:t>main idea through a summarized version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83691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 smtClean="0">
                <a:latin typeface="Bookman Old Style" pitchFamily="18" charset="0"/>
                <a:cs typeface="Times New Roman" pitchFamily="18" charset="0"/>
              </a:rPr>
              <a:t/>
            </a:r>
            <a:br>
              <a:rPr lang="en-US" dirty="0" smtClean="0">
                <a:latin typeface="Bookman Old Style" pitchFamily="18" charset="0"/>
                <a:cs typeface="Times New Roman" pitchFamily="18" charset="0"/>
              </a:rPr>
            </a:br>
            <a:r>
              <a:rPr lang="en-US" dirty="0" smtClean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/>
            </a:r>
            <a:br>
              <a:rPr lang="en-US" dirty="0" smtClean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</a:br>
            <a:r>
              <a:rPr lang="en-US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  <a:cs typeface="Times New Roman" pitchFamily="18" charset="0"/>
              </a:rPr>
              <a:t>Literature Survey</a:t>
            </a:r>
            <a:br>
              <a:rPr lang="en-US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  <a:cs typeface="Times New Roman" pitchFamily="18" charset="0"/>
              </a:rPr>
            </a:br>
            <a:endParaRPr lang="en-US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Dept.of CSE, RYMEC</a:t>
            </a:r>
            <a:endParaRPr lang="en-US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890497265"/>
              </p:ext>
            </p:extLst>
          </p:nvPr>
        </p:nvGraphicFramePr>
        <p:xfrm>
          <a:off x="381000" y="838200"/>
          <a:ext cx="8534399" cy="5334001"/>
        </p:xfrm>
        <a:graphic>
          <a:graphicData uri="http://schemas.openxmlformats.org/drawingml/2006/table">
            <a:tbl>
              <a:tblPr firstRow="1" bandRow="1">
                <a:solidFill>
                  <a:srgbClr val="FF9966"/>
                </a:solidFill>
                <a:tableStyleId>{21E4AEA4-8DFA-4A89-87EB-49C32662AFE0}</a:tableStyleId>
              </a:tblPr>
              <a:tblGrid>
                <a:gridCol w="14526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72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49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56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737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2038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>
                          <a:latin typeface="Century Schoolbook" pitchFamily="18" charset="0"/>
                        </a:rPr>
                        <a:t>Year/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>
                          <a:latin typeface="Century Schoolbook" pitchFamily="18" charset="0"/>
                        </a:rPr>
                        <a:t>Author Name</a:t>
                      </a:r>
                      <a:endParaRPr lang="en-US" sz="1600" dirty="0" smtClean="0">
                        <a:solidFill>
                          <a:schemeClr val="tx1"/>
                        </a:solidFill>
                        <a:latin typeface="Century Schoolbook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Century Schoolbook" pitchFamily="18" charset="0"/>
                        </a:rPr>
                        <a:t>Title of the work</a:t>
                      </a:r>
                      <a:endParaRPr lang="en-US" sz="1600" dirty="0">
                        <a:solidFill>
                          <a:schemeClr val="tx1"/>
                        </a:solidFill>
                        <a:latin typeface="Century Schoolbook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latin typeface="Century Schoolbook" pitchFamily="18" charset="0"/>
                        </a:rPr>
                        <a:t>Methodology </a:t>
                      </a:r>
                      <a:r>
                        <a:rPr lang="en-US" sz="1600" dirty="0">
                          <a:latin typeface="Century Schoolbook" pitchFamily="18" charset="0"/>
                        </a:rPr>
                        <a:t>Used</a:t>
                      </a:r>
                      <a:endParaRPr lang="en-US" sz="1600" dirty="0">
                        <a:solidFill>
                          <a:schemeClr val="tx1"/>
                        </a:solidFill>
                        <a:latin typeface="Century Schoolbook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 smtClean="0">
                          <a:latin typeface="Century Schoolbook" pitchFamily="18" charset="0"/>
                        </a:rPr>
                        <a:t>Accomplished  work</a:t>
                      </a:r>
                      <a:endParaRPr lang="en-US" sz="1600" b="1" kern="1200" dirty="0">
                        <a:solidFill>
                          <a:schemeClr val="lt1"/>
                        </a:solidFill>
                        <a:latin typeface="Century Schoolbook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 smtClean="0">
                          <a:latin typeface="Century Schoolbook" pitchFamily="18" charset="0"/>
                        </a:rPr>
                        <a:t>Limitation /</a:t>
                      </a:r>
                    </a:p>
                    <a:p>
                      <a:pPr algn="ctr"/>
                      <a:r>
                        <a:rPr lang="en-US" sz="1600" kern="1200" dirty="0" smtClean="0">
                          <a:latin typeface="Century Schoolbook" pitchFamily="18" charset="0"/>
                        </a:rPr>
                        <a:t>Future work</a:t>
                      </a:r>
                      <a:endParaRPr lang="en-US" sz="1600" dirty="0">
                        <a:latin typeface="Century Schoolbook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6748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latin typeface="Century Schoolbook" pitchFamily="18" charset="0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latin typeface="Century Schoolbook" pitchFamily="18" charset="0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latin typeface="Century Schoolbook" pitchFamily="18" charset="0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latin typeface="Century Schoolbook" pitchFamily="18" charset="0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latin typeface="Century Schoolbook" pitchFamily="18" charset="0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62288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latin typeface="Century Schoolbook" pitchFamily="18" charset="0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latin typeface="Century Schoolbook" pitchFamily="18" charset="0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latin typeface="Century Schoolbook" pitchFamily="18" charset="0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latin typeface="Century Schoolbook" pitchFamily="18" charset="0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latin typeface="Century Schoolbook" pitchFamily="18" charset="0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62288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latin typeface="Century Schoolbook" pitchFamily="18" charset="0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latin typeface="Century Schoolbook" pitchFamily="18" charset="0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latin typeface="Century Schoolbook" pitchFamily="18" charset="0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latin typeface="Century Schoolbook" pitchFamily="18" charset="0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latin typeface="Century Schoolbook" pitchFamily="18" charset="0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62288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latin typeface="Century Schoolbook" pitchFamily="18" charset="0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latin typeface="Century Schoolbook" pitchFamily="18" charset="0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latin typeface="Century Schoolbook" pitchFamily="18" charset="0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latin typeface="Century Schoolbook" pitchFamily="18" charset="0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latin typeface="Century Schoolbook" pitchFamily="18" charset="0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944562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  <a:cs typeface="Times New Roman" pitchFamily="18" charset="0"/>
              </a:rPr>
              <a:t>Area and Problem Statement</a:t>
            </a:r>
            <a:endParaRPr lang="en-IN" sz="36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itchFamily="18" charset="0"/>
              <a:cs typeface="Times New Roman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Dept.of CSE, RYMEC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0292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Area and Problem Statement</a:t>
            </a:r>
          </a:p>
          <a:p>
            <a:r>
              <a:rPr lang="en-US" dirty="0"/>
              <a:t>Long videos are time-consuming to watch and analyze.</a:t>
            </a:r>
          </a:p>
          <a:p>
            <a:r>
              <a:rPr lang="en-US" dirty="0"/>
              <a:t>Manual summarization is inefficient and subjective.</a:t>
            </a:r>
          </a:p>
          <a:p>
            <a:r>
              <a:rPr lang="en-US" dirty="0"/>
              <a:t>Lack of explanation and clarity.</a:t>
            </a:r>
          </a:p>
          <a:p>
            <a:r>
              <a:rPr lang="en-US" dirty="0"/>
              <a:t>Lack of systems that provide:</a:t>
            </a:r>
          </a:p>
          <a:p>
            <a:r>
              <a:rPr lang="en-US" dirty="0"/>
              <a:t>Automatic summarization.</a:t>
            </a:r>
          </a:p>
          <a:p>
            <a:r>
              <a:rPr lang="en-US" dirty="0"/>
              <a:t>Audio explanation.</a:t>
            </a:r>
          </a:p>
          <a:p>
            <a:r>
              <a:rPr lang="en-US" dirty="0"/>
              <a:t>Subtitle generation.</a:t>
            </a:r>
          </a:p>
          <a:p>
            <a:r>
              <a:rPr lang="en-US" dirty="0"/>
              <a:t>Need for an intelligent system that can process video content efficiently.</a:t>
            </a:r>
          </a:p>
          <a:p>
            <a:r>
              <a:rPr lang="en-US" dirty="0"/>
              <a:t>Hence, this project aims to develop an automated system that combines video, audio, and text processing to generate meaningful summaries with explanations.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Dept.of CSE, RYMEC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914400" y="1066800"/>
            <a:ext cx="7772400" cy="4953000"/>
          </a:xfrm>
        </p:spPr>
        <p:txBody>
          <a:bodyPr/>
          <a:lstStyle/>
          <a:p>
            <a:r>
              <a:rPr lang="en-US" dirty="0"/>
              <a:t>To identify key frames from long videos.</a:t>
            </a:r>
          </a:p>
          <a:p>
            <a:r>
              <a:rPr lang="en-US" dirty="0"/>
              <a:t>To extract audio from extracted frames and correspondingly convert the audio to textual content.</a:t>
            </a:r>
          </a:p>
          <a:p>
            <a:r>
              <a:rPr lang="en-US" dirty="0"/>
              <a:t>To summarize the text using Hugging Face Transformers.</a:t>
            </a:r>
          </a:p>
          <a:p>
            <a:r>
              <a:rPr lang="en-US" dirty="0"/>
              <a:t>To generate short videos with subtitles using summarized text.</a:t>
            </a:r>
            <a:endParaRPr lang="en-IN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37161-4A0E-48F3-934C-A95C63D1B46B}" type="datetime1">
              <a:rPr lang="en-US" smtClean="0"/>
              <a:pPr/>
              <a:t>9/21/2026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-76200"/>
            <a:ext cx="7772400" cy="1143000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  <a:cs typeface="Times New Roman" pitchFamily="18" charset="0"/>
              </a:rPr>
              <a:t>Objective</a:t>
            </a:r>
            <a:endParaRPr lang="en-IN" sz="36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02076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  <a:cs typeface="Times New Roman" pitchFamily="18" charset="0"/>
              </a:rPr>
              <a:t>Tools used</a:t>
            </a:r>
            <a:endParaRPr lang="en-US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33400" y="1447800"/>
            <a:ext cx="8153400" cy="457200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Operating  </a:t>
            </a:r>
            <a:r>
              <a:rPr lang="en-US" sz="2800" dirty="0" smtClean="0"/>
              <a:t>system </a:t>
            </a:r>
            <a:r>
              <a:rPr lang="en-US" sz="2800" dirty="0" smtClean="0"/>
              <a:t>:Windows 10/windows 11</a:t>
            </a:r>
            <a:endParaRPr lang="en-US" sz="2800" dirty="0" smtClean="0"/>
          </a:p>
          <a:p>
            <a:pPr>
              <a:buNone/>
            </a:pPr>
            <a:r>
              <a:rPr lang="en-US" sz="2800" dirty="0" smtClean="0"/>
              <a:t>Technology </a:t>
            </a:r>
            <a:r>
              <a:rPr lang="en-US" sz="2800" dirty="0" smtClean="0"/>
              <a:t>: </a:t>
            </a:r>
            <a:r>
              <a:rPr lang="en-US" sz="2800" dirty="0" smtClean="0"/>
              <a:t>Artificial </a:t>
            </a:r>
            <a:r>
              <a:rPr lang="en-US" sz="2800" dirty="0" err="1" smtClean="0"/>
              <a:t>Intellegence</a:t>
            </a:r>
            <a:r>
              <a:rPr lang="en-US" sz="2800" dirty="0" smtClean="0"/>
              <a:t> &amp; Machine Learning, Natural Language Processing(NLP) </a:t>
            </a:r>
            <a:endParaRPr lang="en-US" sz="2800" dirty="0" smtClean="0"/>
          </a:p>
          <a:p>
            <a:pPr>
              <a:buNone/>
            </a:pPr>
            <a:r>
              <a:rPr lang="en-US" sz="2800" dirty="0" smtClean="0"/>
              <a:t>Web technologies </a:t>
            </a:r>
            <a:r>
              <a:rPr lang="en-US" sz="2800" dirty="0" smtClean="0"/>
              <a:t>:</a:t>
            </a:r>
            <a:r>
              <a:rPr lang="en-US" sz="2800" dirty="0" err="1" smtClean="0"/>
              <a:t>HTML,CSS,Java</a:t>
            </a:r>
            <a:r>
              <a:rPr lang="en-US" sz="2800" dirty="0" smtClean="0"/>
              <a:t> Script</a:t>
            </a:r>
            <a:endParaRPr lang="en-US" sz="2800" dirty="0" smtClean="0"/>
          </a:p>
          <a:p>
            <a:pPr>
              <a:buNone/>
            </a:pPr>
            <a:r>
              <a:rPr lang="en-US" sz="2800" dirty="0" smtClean="0"/>
              <a:t>Web </a:t>
            </a:r>
            <a:r>
              <a:rPr lang="en-US" sz="2800" dirty="0" smtClean="0"/>
              <a:t>server :Flask</a:t>
            </a:r>
            <a:endParaRPr lang="en-US" sz="2800" dirty="0" smtClean="0"/>
          </a:p>
          <a:p>
            <a:pPr>
              <a:buNone/>
            </a:pPr>
            <a:r>
              <a:rPr lang="en-US" sz="2800" dirty="0" smtClean="0"/>
              <a:t>Database </a:t>
            </a:r>
            <a:r>
              <a:rPr lang="en-US" sz="2800" dirty="0" smtClean="0"/>
              <a:t>:SQLite</a:t>
            </a:r>
            <a:endParaRPr lang="en-US" sz="2800" dirty="0" smtClean="0"/>
          </a:p>
          <a:p>
            <a:pPr>
              <a:buNone/>
            </a:pPr>
            <a:endParaRPr lang="en-US" b="1" i="1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Dept.of CSE, RYMEC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-228600"/>
            <a:ext cx="7772400" cy="1143000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  <a:cs typeface="Times New Roman" pitchFamily="18" charset="0"/>
              </a:rPr>
              <a:t>System Design 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Dept.of CSE, RYMEC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37161-4A0E-48F3-934C-A95C63D1B46B}" type="datetime1">
              <a:rPr lang="en-US" smtClean="0"/>
              <a:pPr/>
              <a:t>9/21/2026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-228600"/>
            <a:ext cx="7772400" cy="1143000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  <a:cs typeface="Times New Roman" pitchFamily="18" charset="0"/>
              </a:rPr>
              <a:t>Implementation 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Dept.of CSE, RYMEC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494377"/>
            <a:ext cx="7772400" cy="4478845"/>
          </a:xfrm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37161-4A0E-48F3-934C-A95C63D1B46B}" type="datetime1">
              <a:rPr lang="en-US" smtClean="0"/>
              <a:pPr/>
              <a:t>9/21/2026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-228600"/>
            <a:ext cx="7772400" cy="1143000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  <a:cs typeface="Times New Roman" pitchFamily="18" charset="0"/>
              </a:rPr>
              <a:t>Testing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Dept.of CSE, RYMEC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37161-4A0E-48F3-934C-A95C63D1B46B}" type="datetime1">
              <a:rPr lang="en-US" smtClean="0"/>
              <a:pPr/>
              <a:t>9/21/2026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02076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  <a:cs typeface="Times New Roman" pitchFamily="18" charset="0"/>
              </a:rPr>
              <a:t> Conclusion and Future Enhancement</a:t>
            </a:r>
            <a:endParaRPr lang="en-US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33400" y="1219200"/>
            <a:ext cx="8153400" cy="4800600"/>
          </a:xfrm>
        </p:spPr>
        <p:txBody>
          <a:bodyPr>
            <a:normAutofit/>
          </a:bodyPr>
          <a:lstStyle/>
          <a:p>
            <a:r>
              <a:rPr lang="en-US" b="1" dirty="0" smtClean="0"/>
              <a:t>Conclusion</a:t>
            </a:r>
          </a:p>
          <a:p>
            <a:r>
              <a:rPr lang="en-US" dirty="0" smtClean="0"/>
              <a:t>Built an AI-based system for automatic video summarization.</a:t>
            </a:r>
          </a:p>
          <a:p>
            <a:r>
              <a:rPr lang="en-US" dirty="0" smtClean="0"/>
              <a:t>Converts Long videos into short and meaningful summaries.</a:t>
            </a:r>
          </a:p>
          <a:p>
            <a:r>
              <a:rPr lang="en-US" dirty="0" smtClean="0"/>
              <a:t>Combines video </a:t>
            </a:r>
            <a:r>
              <a:rPr lang="en-US" dirty="0" err="1" smtClean="0"/>
              <a:t>frames,audio,and</a:t>
            </a:r>
            <a:r>
              <a:rPr lang="en-US" dirty="0" smtClean="0"/>
              <a:t> text for better understanding.</a:t>
            </a:r>
          </a:p>
          <a:p>
            <a:r>
              <a:rPr lang="en-US" dirty="0" smtClean="0"/>
              <a:t>Uses AI and NLP </a:t>
            </a:r>
            <a:r>
              <a:rPr lang="en-US" dirty="0" err="1" smtClean="0"/>
              <a:t>tecniques</a:t>
            </a:r>
            <a:r>
              <a:rPr lang="en-US" dirty="0" smtClean="0"/>
              <a:t> to identify important content.</a:t>
            </a:r>
          </a:p>
          <a:p>
            <a:r>
              <a:rPr lang="en-US" dirty="0" smtClean="0"/>
              <a:t>Generates summarized text and important video segments.</a:t>
            </a:r>
          </a:p>
          <a:p>
            <a:r>
              <a:rPr lang="en-US" dirty="0" smtClean="0"/>
              <a:t>Reduces the time required to watch long videos.</a:t>
            </a:r>
          </a:p>
          <a:p>
            <a:r>
              <a:rPr lang="en-US" b="1" dirty="0" smtClean="0"/>
              <a:t>Future Enhancement</a:t>
            </a:r>
          </a:p>
          <a:p>
            <a:endParaRPr lang="en-US" b="1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Dept.of CSE, RYMEC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155416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/>
              <a:t> </a:t>
            </a:r>
            <a:r>
              <a:rPr lang="en-US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  <a:cs typeface="Times New Roman" pitchFamily="18" charset="0"/>
              </a:rPr>
              <a:t>References 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828800"/>
            <a:ext cx="7772400" cy="4572000"/>
          </a:xfrm>
        </p:spPr>
        <p:txBody>
          <a:bodyPr/>
          <a:lstStyle/>
          <a:p>
            <a:pPr algn="just">
              <a:buNone/>
            </a:pPr>
            <a:r>
              <a:rPr lang="en-US" dirty="0" smtClean="0"/>
              <a:t>[1]  Robert  W Sebesta “Programming the Web” ,4</a:t>
            </a:r>
            <a:r>
              <a:rPr lang="en-US" baseline="30000" dirty="0" smtClean="0"/>
              <a:t>th</a:t>
            </a:r>
            <a:r>
              <a:rPr lang="en-US" dirty="0" smtClean="0"/>
              <a:t>  edition,Pearson education 2008.</a:t>
            </a:r>
          </a:p>
          <a:p>
            <a:pPr algn="just">
              <a:buNone/>
            </a:pPr>
            <a:endParaRPr lang="en-US" dirty="0" smtClean="0"/>
          </a:p>
          <a:p>
            <a:pPr algn="just">
              <a:buNone/>
            </a:pPr>
            <a:r>
              <a:rPr lang="en-US" dirty="0" smtClean="0"/>
              <a:t>[2]  </a:t>
            </a:r>
            <a:r>
              <a:rPr lang="en-US" dirty="0" smtClean="0">
                <a:hlinkClick r:id="rId3"/>
              </a:rPr>
              <a:t>http://www.tutorialspoint.com/jsp/jsp quick guide.htm</a:t>
            </a:r>
            <a:endParaRPr lang="en-US" dirty="0" smtClean="0"/>
          </a:p>
          <a:p>
            <a:pPr algn="just">
              <a:buNone/>
            </a:pPr>
            <a:endParaRPr lang="en-US" dirty="0" smtClean="0"/>
          </a:p>
          <a:p>
            <a:pPr algn="just"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Dept.of CSE, RYMEC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722</TotalTime>
  <Words>528</Words>
  <Application>Microsoft Office PowerPoint</Application>
  <PresentationFormat>On-screen Show (4:3)</PresentationFormat>
  <Paragraphs>128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4" baseType="lpstr">
      <vt:lpstr>Algerian</vt:lpstr>
      <vt:lpstr>Bookman Old Style</vt:lpstr>
      <vt:lpstr>Calibri</vt:lpstr>
      <vt:lpstr>Century Schoolbook</vt:lpstr>
      <vt:lpstr>Franklin Gothic Book</vt:lpstr>
      <vt:lpstr>Perpetua</vt:lpstr>
      <vt:lpstr>Times New Roman</vt:lpstr>
      <vt:lpstr>Vrinda</vt:lpstr>
      <vt:lpstr>Wingdings</vt:lpstr>
      <vt:lpstr>Wingdings 2</vt:lpstr>
      <vt:lpstr>Equity</vt:lpstr>
      <vt:lpstr>AUTOMATIC VIDEO SUMMARIZATION USING AI</vt:lpstr>
      <vt:lpstr>  Table of Content</vt:lpstr>
      <vt:lpstr>  Introduction </vt:lpstr>
      <vt:lpstr>PowerPoint Presentation</vt:lpstr>
      <vt:lpstr>  Literature Survey </vt:lpstr>
      <vt:lpstr>Area and Problem Statement</vt:lpstr>
      <vt:lpstr>Objective</vt:lpstr>
      <vt:lpstr>    Tools used</vt:lpstr>
      <vt:lpstr>System Design </vt:lpstr>
      <vt:lpstr>Implementation </vt:lpstr>
      <vt:lpstr>Testing</vt:lpstr>
      <vt:lpstr>     Conclusion and Future Enhancement</vt:lpstr>
      <vt:lpstr>          References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Roshan</dc:creator>
  <cp:lastModifiedBy>Admin</cp:lastModifiedBy>
  <cp:revision>88</cp:revision>
  <dcterms:created xsi:type="dcterms:W3CDTF">2006-08-16T00:00:00Z</dcterms:created>
  <dcterms:modified xsi:type="dcterms:W3CDTF">2026-09-21T10:44:37Z</dcterms:modified>
</cp:coreProperties>
</file>