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71" r:id="rId4"/>
    <p:sldId id="266" r:id="rId5"/>
    <p:sldId id="268" r:id="rId6"/>
    <p:sldId id="273" r:id="rId7"/>
    <p:sldId id="275" r:id="rId8"/>
    <p:sldId id="274" r:id="rId9"/>
    <p:sldId id="277" r:id="rId10"/>
    <p:sldId id="269" r:id="rId11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265" autoAdjust="0"/>
  </p:normalViewPr>
  <p:slideViewPr>
    <p:cSldViewPr>
      <p:cViewPr varScale="1">
        <p:scale>
          <a:sx n="75" d="100"/>
          <a:sy n="75" d="100"/>
        </p:scale>
        <p:origin x="118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6C83C-964E-4575-84A6-C32542F05C4E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8DB2-543B-461D-A4F2-67B7D97000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0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F48DB2-543B-461D-A4F2-67B7D9700080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42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23514-E3A5-4C1B-ABA1-6544BB5AE8FC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5C27E-5E2C-4C08-B32F-178779F1E6D1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019C1-C9D0-4185-856A-CA7FF519B50A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7FDBE-4C8B-468F-A9C6-599504A16CE7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BCFF7-472E-4EB3-B0E2-213E5E286CDD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A18EC-0E8A-414A-9A06-33105099FC4C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A01F8-FAEF-4209-8E7D-472B5E93CB45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E33D3-2F38-4048-9813-EC2A50D5094B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53C7B-A048-4FCB-8293-B0FF137012A5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64A9DA-AC52-476F-BF10-B2EB225A92F2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400566C-B285-4D84-B84C-79AA083CFE5A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62600" y="4842933"/>
            <a:ext cx="3505200" cy="1752600"/>
          </a:xfrm>
        </p:spPr>
        <p:txBody>
          <a:bodyPr>
            <a:normAutofit fontScale="85000" lnSpcReduction="10000"/>
          </a:bodyPr>
          <a:lstStyle/>
          <a:p>
            <a:pPr lvl="0">
              <a:lnSpc>
                <a:spcPct val="9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r>
              <a:rPr lang="en-US" sz="2400" b="1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Under the Guidance of,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latin typeface="Bookman Old Style" pitchFamily="18" charset="0"/>
              </a:rPr>
              <a:t>RAJESHWARI </a:t>
            </a: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latin typeface="Bookman Old Style" pitchFamily="18" charset="0"/>
              </a:rPr>
              <a:t>Assistant Professor</a:t>
            </a: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Department of CSE,</a:t>
            </a:r>
            <a:endParaRPr lang="en-US" sz="2000" dirty="0" smtClean="0">
              <a:latin typeface="Bookman Old Style" pitchFamily="18" charset="0"/>
            </a:endParaRPr>
          </a:p>
          <a:p>
            <a:pPr lvl="0">
              <a:lnSpc>
                <a:spcPct val="90000"/>
              </a:lnSpc>
              <a:spcBef>
                <a:spcPts val="750"/>
              </a:spcBef>
              <a:buClr>
                <a:schemeClr val="dk1"/>
              </a:buClr>
              <a:buSzPts val="1800"/>
            </a:pPr>
            <a:r>
              <a:rPr lang="en-US" sz="20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RYMEC</a:t>
            </a:r>
            <a:endParaRPr lang="en-US" sz="2000" dirty="0" smtClean="0">
              <a:latin typeface="Bookman Old Style" pitchFamily="18" charset="0"/>
            </a:endParaRPr>
          </a:p>
          <a:p>
            <a:endParaRPr lang="en-US" sz="2000" dirty="0" smtClean="0">
              <a:solidFill>
                <a:schemeClr val="tx1"/>
              </a:solidFill>
              <a:latin typeface="Bookman Old Style" pitchFamily="18" charset="0"/>
              <a:cs typeface="Times New Roman" pitchFamily="18" charset="0"/>
            </a:endParaRPr>
          </a:p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Algerian" pitchFamily="82" charset="0"/>
              </a:rPr>
              <a:t>Automatic video </a:t>
            </a:r>
            <a:br>
              <a:rPr lang="en-US" dirty="0" smtClean="0">
                <a:latin typeface="Algerian" pitchFamily="82" charset="0"/>
              </a:rPr>
            </a:br>
            <a:r>
              <a:rPr lang="en-US" dirty="0" smtClean="0">
                <a:latin typeface="Algerian" pitchFamily="82" charset="0"/>
              </a:rPr>
              <a:t>summarization using </a:t>
            </a:r>
            <a:r>
              <a:rPr lang="en-US" dirty="0" err="1" smtClean="0">
                <a:latin typeface="Algerian" pitchFamily="82" charset="0"/>
              </a:rPr>
              <a:t>ai</a:t>
            </a:r>
            <a:endParaRPr lang="en-US" dirty="0">
              <a:latin typeface="Algerian" pitchFamily="82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8600" y="4419600"/>
            <a:ext cx="5715000" cy="2209800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en-US" sz="2000" b="1" dirty="0" smtClean="0">
                <a:latin typeface="Bookman Old Style" pitchFamily="18" charset="0"/>
                <a:cs typeface="Times New Roman" pitchFamily="18" charset="0"/>
              </a:rPr>
              <a:t>by</a:t>
            </a:r>
            <a:r>
              <a:rPr kumimoji="0" lang="en-US" sz="2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Bookman Old Style" pitchFamily="18" charset="0"/>
                <a:cs typeface="Times New Roman" pitchFamily="18" charset="0"/>
              </a:rPr>
              <a:t>,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endParaRPr lang="en-US" sz="1600" dirty="0" smtClean="0">
              <a:solidFill>
                <a:schemeClr val="dk1"/>
              </a:solidFill>
              <a:latin typeface="Bookman Old Style" pitchFamily="18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chemeClr val="accent1"/>
              </a:buClr>
              <a:buSzPct val="85000"/>
              <a:buFont typeface="Wingdings 2"/>
              <a:buNone/>
              <a:tabLst/>
              <a:defRPr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1. USN:3VC23CS015   NAME:BANAKARA NIVEDITHA</a:t>
            </a:r>
            <a:endParaRPr lang="en-US" sz="1600" dirty="0" smtClean="0">
              <a:latin typeface="Bookman Old Style" pitchFamily="18" charset="0"/>
            </a:endParaRPr>
          </a:p>
          <a:p>
            <a:pPr lvl="0" algn="just">
              <a:spcBef>
                <a:spcPts val="580"/>
              </a:spcBef>
              <a:buClr>
                <a:schemeClr val="accent1"/>
              </a:buClr>
              <a:buSzPts val="1530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2. USN:3VC23CS025   NAME:CHANDANA U K</a:t>
            </a:r>
            <a:endParaRPr lang="en-US" sz="1600" dirty="0" smtClean="0">
              <a:latin typeface="Bookman Old Style" pitchFamily="18" charset="0"/>
            </a:endParaRPr>
          </a:p>
          <a:p>
            <a:pPr lvl="0" algn="just">
              <a:spcBef>
                <a:spcPts val="580"/>
              </a:spcBef>
              <a:buClr>
                <a:schemeClr val="accent1"/>
              </a:buClr>
              <a:buSzPts val="1530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3. USN:3VC23CS019   NAME:BHAGYASHREE</a:t>
            </a:r>
          </a:p>
          <a:p>
            <a:pPr algn="just">
              <a:spcBef>
                <a:spcPts val="580"/>
              </a:spcBef>
              <a:buClr>
                <a:schemeClr val="accent1"/>
              </a:buClr>
              <a:buSzPts val="1530"/>
            </a:pPr>
            <a:r>
              <a:rPr lang="en-US" sz="1600" dirty="0" smtClean="0">
                <a:solidFill>
                  <a:schemeClr val="dk1"/>
                </a:solidFill>
                <a:latin typeface="Bookman Old Style" pitchFamily="18" charset="0"/>
                <a:ea typeface="Times New Roman"/>
                <a:cs typeface="Times New Roman"/>
                <a:sym typeface="Times New Roman"/>
              </a:rPr>
              <a:t>4. USN:3VC23CS041   NAME:GAUTHAMI B R</a:t>
            </a:r>
            <a:endParaRPr lang="en-US" sz="1600" dirty="0" smtClean="0">
              <a:latin typeface="Bookman Old Style" pitchFamily="18" charset="0"/>
            </a:endParaRPr>
          </a:p>
          <a:p>
            <a:pPr marL="514350" lvl="0" indent="-514350" algn="just">
              <a:spcBef>
                <a:spcPts val="580"/>
              </a:spcBef>
              <a:buClr>
                <a:schemeClr val="accent1"/>
              </a:buClr>
              <a:buSzPts val="1530"/>
              <a:buFont typeface="+mj-lt"/>
              <a:buAutoNum type="arabicPeriod"/>
            </a:pPr>
            <a:endParaRPr lang="en-US" sz="1600" dirty="0" smtClean="0">
              <a:latin typeface="Bookman Old Style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" y="38100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Bookman Old Style" pitchFamily="18" charset="0"/>
                <a:cs typeface="Times New Roman" pitchFamily="18" charset="0"/>
              </a:rPr>
              <a:t>Batch Number : A5</a:t>
            </a:r>
            <a:endParaRPr lang="en-US" b="1" dirty="0"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152401"/>
            <a:ext cx="8229600" cy="1295400"/>
          </a:xfrm>
          <a:prstGeom prst="rect">
            <a:avLst/>
          </a:prstGeom>
        </p:spPr>
        <p:txBody>
          <a:bodyPr bIns="9144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sng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PROJECT TITLE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 descr="CSE-A+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456" y="148785"/>
            <a:ext cx="8549088" cy="1206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152400"/>
            <a:ext cx="77724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Table of Content</a:t>
            </a:r>
            <a:endParaRPr lang="en-US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</a:p>
          <a:p>
            <a:r>
              <a:rPr lang="en-US" dirty="0" smtClean="0"/>
              <a:t>Literature Survey</a:t>
            </a:r>
          </a:p>
          <a:p>
            <a:r>
              <a:rPr lang="en-US" dirty="0" smtClean="0"/>
              <a:t>Methodology</a:t>
            </a:r>
          </a:p>
          <a:p>
            <a:r>
              <a:rPr lang="en-US" dirty="0" smtClean="0"/>
              <a:t>System architecture</a:t>
            </a:r>
          </a:p>
          <a:p>
            <a:r>
              <a:rPr lang="en-US" dirty="0" smtClean="0"/>
              <a:t>Implementation</a:t>
            </a:r>
          </a:p>
          <a:p>
            <a:r>
              <a:rPr lang="en-US" dirty="0" smtClean="0"/>
              <a:t>Results</a:t>
            </a:r>
          </a:p>
          <a:p>
            <a:r>
              <a:rPr lang="en-US" dirty="0" smtClean="0"/>
              <a:t>Conclusion</a:t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Objectives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Automate Video </a:t>
            </a:r>
            <a:r>
              <a:rPr lang="en-US" b="1" dirty="0" smtClean="0"/>
              <a:t>Processing</a:t>
            </a:r>
          </a:p>
          <a:p>
            <a:pPr marL="0" indent="0">
              <a:buNone/>
            </a:pPr>
            <a:r>
              <a:rPr lang="en-US" dirty="0" smtClean="0"/>
              <a:t>    Accept </a:t>
            </a:r>
            <a:r>
              <a:rPr lang="en-US" dirty="0"/>
              <a:t>video input and run the full pipeline automatically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Convert Speech to Text</a:t>
            </a:r>
          </a:p>
          <a:p>
            <a:pPr marL="0" indent="0">
              <a:buNone/>
            </a:pPr>
            <a:r>
              <a:rPr lang="en-US" dirty="0" smtClean="0"/>
              <a:t>    Extract </a:t>
            </a:r>
            <a:r>
              <a:rPr lang="en-US" dirty="0"/>
              <a:t>audio and transcribe it accurately using faster-whisper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Generate </a:t>
            </a:r>
            <a:r>
              <a:rPr lang="en-US" b="1" dirty="0"/>
              <a:t>AI </a:t>
            </a:r>
            <a:r>
              <a:rPr lang="en-US" b="1" dirty="0" smtClean="0"/>
              <a:t>Summaries</a:t>
            </a:r>
          </a:p>
          <a:p>
            <a:pPr marL="0" indent="0">
              <a:buNone/>
            </a:pPr>
            <a:r>
              <a:rPr lang="en-US" dirty="0" smtClean="0"/>
              <a:t>    Produce concise summaries using local </a:t>
            </a:r>
            <a:r>
              <a:rPr lang="en-US" dirty="0" err="1" smtClean="0"/>
              <a:t>Ollama</a:t>
            </a:r>
            <a:r>
              <a:rPr lang="en-US" dirty="0" smtClean="0"/>
              <a:t> + Llama 3.2.</a:t>
            </a:r>
          </a:p>
          <a:p>
            <a:r>
              <a:rPr lang="en-US" b="1" dirty="0" smtClean="0"/>
              <a:t>Deliver via Web Interface</a:t>
            </a:r>
          </a:p>
          <a:p>
            <a:pPr marL="0" indent="0">
              <a:buNone/>
            </a:pPr>
            <a:r>
              <a:rPr lang="en-US" dirty="0" smtClean="0"/>
              <a:t>    Upload </a:t>
            </a:r>
            <a:r>
              <a:rPr lang="en-US" dirty="0"/>
              <a:t>videos, track progress, view and download summaries easily</a:t>
            </a:r>
            <a:r>
              <a:rPr lang="en-US" b="1" dirty="0"/>
              <a:t>..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3298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Bookman Old Style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  <a:t/>
            </a:r>
            <a:br>
              <a:rPr lang="en-US" dirty="0" smtClean="0">
                <a:solidFill>
                  <a:schemeClr val="tx1"/>
                </a:solidFill>
                <a:latin typeface="Bookman Old Style" pitchFamily="18" charset="0"/>
                <a:cs typeface="Times New Roman" pitchFamily="18" charset="0"/>
              </a:rPr>
            </a:br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Literature Survey</a:t>
            </a:r>
            <a:b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</a:b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49282833"/>
              </p:ext>
            </p:extLst>
          </p:nvPr>
        </p:nvGraphicFramePr>
        <p:xfrm>
          <a:off x="76200" y="838201"/>
          <a:ext cx="8915399" cy="5817921"/>
        </p:xfrm>
        <a:graphic>
          <a:graphicData uri="http://schemas.openxmlformats.org/drawingml/2006/table">
            <a:tbl>
              <a:tblPr firstRow="1" bandRow="1">
                <a:solidFill>
                  <a:srgbClr val="FF9966"/>
                </a:solidFill>
                <a:tableStyleId>{21E4AEA4-8DFA-4A89-87EB-49C32662AFE0}</a:tableStyleId>
              </a:tblPr>
              <a:tblGrid>
                <a:gridCol w="1251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15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2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33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1766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Year/</a:t>
                      </a: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Author Name</a:t>
                      </a:r>
                      <a:endParaRPr lang="en-US" sz="1600" dirty="0" smtClean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latin typeface="Century Schoolbook" pitchFamily="18" charset="0"/>
                        </a:rPr>
                        <a:t>Title of the work</a:t>
                      </a:r>
                      <a:endParaRPr lang="en-US" sz="1600" dirty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latin typeface="Century Schoolbook" pitchFamily="18" charset="0"/>
                        </a:rPr>
                        <a:t>Methodology </a:t>
                      </a:r>
                      <a:r>
                        <a:rPr lang="en-US" sz="1600" dirty="0">
                          <a:latin typeface="Century Schoolbook" pitchFamily="18" charset="0"/>
                        </a:rPr>
                        <a:t>Used</a:t>
                      </a:r>
                      <a:endParaRPr lang="en-US" sz="1600" dirty="0">
                        <a:solidFill>
                          <a:schemeClr val="tx1"/>
                        </a:solidFill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200" dirty="0" smtClean="0">
                          <a:latin typeface="Century Schoolbook" pitchFamily="18" charset="0"/>
                        </a:rPr>
                        <a:t>Accomplished  work</a:t>
                      </a:r>
                      <a:endParaRPr lang="en-US" sz="1600" b="1" kern="1200" dirty="0">
                        <a:solidFill>
                          <a:schemeClr val="lt1"/>
                        </a:solidFill>
                        <a:latin typeface="Century Schoolbook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kern="1200" dirty="0" smtClean="0">
                          <a:latin typeface="Century Schoolbook" pitchFamily="18" charset="0"/>
                        </a:rPr>
                        <a:t>Limitation /</a:t>
                      </a:r>
                    </a:p>
                    <a:p>
                      <a:pPr algn="ctr"/>
                      <a:r>
                        <a:rPr lang="en-US" sz="1600" kern="1200" dirty="0" smtClean="0">
                          <a:latin typeface="Century Schoolbook" pitchFamily="18" charset="0"/>
                        </a:rPr>
                        <a:t>Future work</a:t>
                      </a:r>
                      <a:endParaRPr lang="en-US" sz="1600" dirty="0">
                        <a:latin typeface="Century Schoolbook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2137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2003 /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Hong-Jiang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Zhang et al.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Automatic Video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Summarization by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Graph Modeling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Graph-based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modeling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Extracted </a:t>
                      </a:r>
                      <a:r>
                        <a:rPr lang="en-US" sz="1400" dirty="0" err="1" smtClean="0">
                          <a:latin typeface="Century Schoolbook" pitchFamily="18" charset="0"/>
                          <a:ea typeface="Calibri"/>
                          <a:cs typeface="Vrinda"/>
                        </a:rPr>
                        <a:t>keyframes</a:t>
                      </a: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 </a:t>
                      </a:r>
                      <a:r>
                        <a:rPr lang="en-US" sz="1400" dirty="0" err="1" smtClean="0">
                          <a:latin typeface="Century Schoolbook" pitchFamily="18" charset="0"/>
                          <a:ea typeface="Calibri"/>
                          <a:cs typeface="Vrinda"/>
                        </a:rPr>
                        <a:t>by,analyzing</a:t>
                      </a: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 relationships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b/w video frames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No deep learning,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poor semantic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understanding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2008/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Century Schoolbook" pitchFamily="18" charset="0"/>
                          <a:ea typeface="Calibri"/>
                          <a:cs typeface="Vrinda"/>
                        </a:rPr>
                        <a:t>Arnaldo</a:t>
                      </a:r>
                      <a:endParaRPr lang="en-US" sz="1400" dirty="0" smtClean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De</a:t>
                      </a:r>
                      <a:r>
                        <a:rPr lang="en-US" sz="1400" baseline="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 et al.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VSUMM: Automatic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Video Summarization ,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Evaluation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Feature extraction +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clustering	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Generated static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Summaries&amp;</a:t>
                      </a:r>
                      <a:r>
                        <a:rPr lang="en-US" sz="1400" baseline="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 evaluates method</a:t>
                      </a:r>
                      <a:endParaRPr lang="en-US" sz="1400" dirty="0" smtClean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Limited to visual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features, no audio/text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analysis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3256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2023 /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Jia-Hong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l-NL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Huang et al.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 smtClean="0">
                          <a:latin typeface="Century Schoolbook" pitchFamily="18" charset="0"/>
                          <a:ea typeface="Calibri"/>
                          <a:cs typeface="Vrinda"/>
                        </a:rPr>
                        <a:t>Causalainer</a:t>
                      </a: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: Causal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Explainer for Video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Summarization	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Clustering +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semantic content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mining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Improved grouping of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similar scenes and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semantic summarization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Depends on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handcrafted features,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less accuracy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32562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2023 /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Sharma et al.	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Video Summarization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using Affinity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Propagation Clustering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Transformers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(self-attention models)	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Better context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understanding and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sequence modeling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Requires large</a:t>
                      </a:r>
                    </a:p>
                    <a:p>
                      <a:pPr marL="0" marR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smtClean="0">
                          <a:latin typeface="Century Schoolbook" pitchFamily="18" charset="0"/>
                          <a:ea typeface="Calibri"/>
                          <a:cs typeface="Vrinda"/>
                        </a:rPr>
                        <a:t>datasets</a:t>
                      </a:r>
                      <a:endParaRPr lang="en-US" sz="1400" dirty="0">
                        <a:latin typeface="Century Schoolbook" pitchFamily="18" charset="0"/>
                        <a:ea typeface="Calibri"/>
                        <a:cs typeface="Vrinda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7772400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Methodology Used</a:t>
            </a:r>
            <a:endParaRPr lang="en-IN" sz="36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2809" y="1447800"/>
            <a:ext cx="5595582" cy="4572000"/>
          </a:xfr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37161-4A0E-48F3-934C-A95C63D1B46B}" type="datetime1">
              <a:rPr lang="en-US" smtClean="0"/>
              <a:pPr/>
              <a:t>9/21/2026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32305"/>
            <a:ext cx="7772400" cy="1143000"/>
          </a:xfrm>
        </p:spPr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             System architecture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447800"/>
            <a:ext cx="7696200" cy="4572000"/>
          </a:xfrm>
        </p:spPr>
      </p:pic>
    </p:spTree>
    <p:extLst>
      <p:ext uri="{BB962C8B-B14F-4D97-AF65-F5344CB8AC3E}">
        <p14:creationId xmlns:p14="http://schemas.microsoft.com/office/powerpoint/2010/main" val="119197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Implementation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94377"/>
            <a:ext cx="7772400" cy="4478845"/>
          </a:xfrm>
        </p:spPr>
      </p:pic>
    </p:spTree>
    <p:extLst>
      <p:ext uri="{BB962C8B-B14F-4D97-AF65-F5344CB8AC3E}">
        <p14:creationId xmlns:p14="http://schemas.microsoft.com/office/powerpoint/2010/main" val="1117751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Result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4" y="1447800"/>
            <a:ext cx="4349496" cy="3962400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47800"/>
            <a:ext cx="43434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383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62000"/>
            <a:ext cx="4114800" cy="502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761999"/>
            <a:ext cx="4572000" cy="502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7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7467" y="254000"/>
            <a:ext cx="7789333" cy="10414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  <a:cs typeface="Times New Roman" pitchFamily="18" charset="0"/>
              </a:rPr>
              <a:t>conclusion</a:t>
            </a:r>
            <a:endParaRPr 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74133" y="1159932"/>
            <a:ext cx="8212666" cy="463126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Built an AI-based system for automatic video summarization.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Converts long videos into short and meaningful summaries.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Combines video frames, audio, and text for better understanding.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Uses AI and NLP techniques to identify important content.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Generates summarized text and important video segments.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Reduces the time required to watch long videos.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Dept.of CSE, RYMEC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/>
                </a:solidFill>
              </a:rPr>
              <a:t>Next Step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D8031-FCBC-4226-AF28-745F2BC26598}" type="datetime1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Dept.of CSE, RYMEC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1752600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/>
              <a:t>User-Friendly UI – Develop an easy-to-use interface for video upload and summary</a:t>
            </a:r>
            <a:r>
              <a:rPr lang="en-US" sz="9600" dirty="0" smtClean="0"/>
              <a:t>.</a:t>
            </a:r>
          </a:p>
          <a:p>
            <a:r>
              <a:rPr lang="en-US" sz="9600" dirty="0" smtClean="0"/>
              <a:t>TTS </a:t>
            </a:r>
            <a:r>
              <a:rPr lang="en-US" sz="9600" dirty="0"/>
              <a:t>Audio Summary – Add voice output for the generated summary</a:t>
            </a:r>
            <a:r>
              <a:rPr lang="en-US" sz="9600" dirty="0" smtClean="0"/>
              <a:t>.</a:t>
            </a:r>
          </a:p>
          <a:p>
            <a:r>
              <a:rPr lang="en-US" sz="9600" dirty="0" smtClean="0"/>
              <a:t>SRT </a:t>
            </a:r>
            <a:r>
              <a:rPr lang="en-US" sz="9600" dirty="0"/>
              <a:t>Subtitles – Generate subtitles automatically from the </a:t>
            </a:r>
            <a:r>
              <a:rPr lang="en-US" sz="9600" dirty="0" smtClean="0"/>
              <a:t>summary.</a:t>
            </a:r>
          </a:p>
          <a:p>
            <a:r>
              <a:rPr lang="en-US" sz="9600" dirty="0" smtClean="0"/>
              <a:t>Job </a:t>
            </a:r>
            <a:r>
              <a:rPr lang="en-US" sz="9600" dirty="0"/>
              <a:t>History – Store and view previously processed videos and </a:t>
            </a:r>
            <a:r>
              <a:rPr lang="en-US" sz="9600" dirty="0" smtClean="0"/>
              <a:t>summaries.</a:t>
            </a:r>
          </a:p>
          <a:p>
            <a:r>
              <a:rPr lang="en-US" sz="9600" dirty="0" smtClean="0"/>
              <a:t>GPU </a:t>
            </a:r>
            <a:r>
              <a:rPr lang="en-US" sz="9600" dirty="0"/>
              <a:t>Acceleration – Use GPU processing for faster video </a:t>
            </a:r>
            <a:r>
              <a:rPr lang="en-US" sz="9600" dirty="0" smtClean="0"/>
              <a:t>summarization.</a:t>
            </a:r>
          </a:p>
          <a:p>
            <a:r>
              <a:rPr lang="en-US" sz="9600" dirty="0" smtClean="0"/>
              <a:t>Multi-Language </a:t>
            </a:r>
            <a:r>
              <a:rPr lang="en-US" sz="9600" dirty="0"/>
              <a:t>Support – Support summaries in multiple </a:t>
            </a:r>
            <a:r>
              <a:rPr lang="en-US" sz="9600" dirty="0" smtClean="0"/>
              <a:t>languages.</a:t>
            </a:r>
          </a:p>
          <a:p>
            <a:r>
              <a:rPr lang="en-US" sz="9600" dirty="0" smtClean="0"/>
              <a:t>Mobile-Friendly </a:t>
            </a:r>
            <a:r>
              <a:rPr lang="en-US" sz="9600" dirty="0"/>
              <a:t>UI – Make the system accessible on mobile devices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0911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752</TotalTime>
  <Words>453</Words>
  <Application>Microsoft Office PowerPoint</Application>
  <PresentationFormat>On-screen Show (4:3)</PresentationFormat>
  <Paragraphs>139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2" baseType="lpstr">
      <vt:lpstr>Algerian</vt:lpstr>
      <vt:lpstr>Arial</vt:lpstr>
      <vt:lpstr>Bookman Old Style</vt:lpstr>
      <vt:lpstr>Calibri</vt:lpstr>
      <vt:lpstr>Century Schoolbook</vt:lpstr>
      <vt:lpstr>Franklin Gothic Book</vt:lpstr>
      <vt:lpstr>Perpetua</vt:lpstr>
      <vt:lpstr>Times New Roman</vt:lpstr>
      <vt:lpstr>Vrinda</vt:lpstr>
      <vt:lpstr>Wingdings 2</vt:lpstr>
      <vt:lpstr>Equity</vt:lpstr>
      <vt:lpstr>Automatic video  summarization using ai</vt:lpstr>
      <vt:lpstr>  Table of Content</vt:lpstr>
      <vt:lpstr>Objectives</vt:lpstr>
      <vt:lpstr>  Literature Survey </vt:lpstr>
      <vt:lpstr>Methodology Used</vt:lpstr>
      <vt:lpstr>             System architecture</vt:lpstr>
      <vt:lpstr>Implementation</vt:lpstr>
      <vt:lpstr>Result</vt:lpstr>
      <vt:lpstr>PowerPoint Presentation</vt:lpstr>
      <vt:lpstr>conclusion</vt:lpstr>
      <vt:lpstr>Next Step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Roshan</dc:creator>
  <cp:lastModifiedBy>Admin</cp:lastModifiedBy>
  <cp:revision>92</cp:revision>
  <dcterms:created xsi:type="dcterms:W3CDTF">2006-08-16T00:00:00Z</dcterms:created>
  <dcterms:modified xsi:type="dcterms:W3CDTF">2026-09-21T05:31:12Z</dcterms:modified>
</cp:coreProperties>
</file>